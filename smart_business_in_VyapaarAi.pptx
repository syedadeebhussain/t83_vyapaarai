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VyapaarAI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Smart Business Insights Module</a:t>
            </a:r>
          </a:p>
          <a:p>
            <a:pPr/>
            <a:r>
              <a:t>AI-powered analytics for business decision-making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Analyzes sales and inventory data</a:t>
            </a:r>
          </a:p>
          <a:p>
            <a:pPr/>
            <a:r>
              <a:t>Generates actionable insights</a:t>
            </a:r>
          </a:p>
          <a:p>
            <a:pPr/>
            <a:r>
              <a:t>Supports data-driven decisions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Predict demand</a:t>
            </a:r>
          </a:p>
          <a:p>
            <a:pPr/>
            <a:r>
              <a:t>Analyze profit/loss</a:t>
            </a:r>
          </a:p>
          <a:p>
            <a:pPr/>
            <a:r>
              <a:t>Optimize inventory</a:t>
            </a:r>
          </a:p>
          <a:p>
            <a:pPr/>
            <a:r>
              <a:t>Provide recommendations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Inputs &amp; Outputs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Inputs: Sales, Inventory, Product Data</a:t>
            </a:r>
          </a:p>
          <a:p>
            <a:pPr/>
            <a:r>
              <a:t>Outputs: Forecasts, Alerts, Insights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Demand Prediction</a:t>
            </a:r>
          </a:p>
          <a:p>
            <a:pPr/>
            <a:r>
              <a:t>Profit Analysis</a:t>
            </a:r>
          </a:p>
          <a:p>
            <a:pPr/>
            <a:r>
              <a:t>Low Stock Alerts</a:t>
            </a:r>
          </a:p>
          <a:p>
            <a:pPr/>
            <a:r>
              <a:t>Best-Selling Product Detection</a:t>
            </a:r>
          </a:p>
          <a:p>
            <a:pPr/>
            <a:r>
              <a:t>Recommendation Engine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User Input → Database</a:t>
            </a:r>
          </a:p>
          <a:p>
            <a:pPr/>
            <a:r>
              <a:t>Database → AI Engine</a:t>
            </a:r>
          </a:p>
          <a:p>
            <a:pPr/>
            <a:r>
              <a:t>AI Engine → Insights</a:t>
            </a:r>
          </a:p>
          <a:p>
            <a:pPr/>
            <a:r>
              <a:t>Insights → Dashboard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Processing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Data Collection</a:t>
            </a:r>
          </a:p>
          <a:p>
            <a:pPr/>
            <a:r>
              <a:t>Preprocessing</a:t>
            </a:r>
          </a:p>
          <a:p>
            <a:pPr/>
            <a:r>
              <a:t>Trend Analysis</a:t>
            </a:r>
          </a:p>
          <a:p>
            <a:pPr/>
            <a:r>
              <a:t>Prediction</a:t>
            </a:r>
          </a:p>
          <a:p>
            <a:pPr/>
            <a:r>
              <a:t>Insight Generation</a:t>
            </a:r>
          </a:p>
          <a:p>
            <a:pPr/>
            <a:r>
              <a:t>Display Results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Growth-based demand prediction</a:t>
            </a:r>
          </a:p>
          <a:p>
            <a:pPr/>
            <a:r>
              <a:t>Threshold-based stock alerts</a:t>
            </a:r>
          </a:p>
          <a:p>
            <a:pPr/>
            <a:r>
              <a:t>Max sales product detection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Scenario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Sales increasing, stock decreasing</a:t>
            </a:r>
          </a:p>
          <a:p>
            <a:pPr/>
            <a:r>
              <a:t>System detects trend</a:t>
            </a:r>
          </a:p>
          <a:p>
            <a:pPr/>
            <a:r>
              <a:t>Generates restock recommendation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Reduces manual effort</a:t>
            </a:r>
          </a:p>
          <a:p>
            <a:pPr/>
            <a:r>
              <a:t>Improves decision making</a:t>
            </a:r>
          </a:p>
          <a:p>
            <a:pPr/>
            <a:r>
              <a:t>Prevents stock issues</a:t>
            </a:r>
          </a:p>
          <a:p>
            <a:pPr/>
            <a:r>
              <a:t>Increases profitability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Machine learning integration</a:t>
            </a:r>
          </a:p>
          <a:p>
            <a:pPr/>
            <a:r>
              <a:t>Seasonal trend analysis</a:t>
            </a:r>
          </a:p>
          <a:p>
            <a:pPr/>
            <a:r>
              <a:t>Real-time insights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